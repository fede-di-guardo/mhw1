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 dirty="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Federico Di Guardo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O46002241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27/03/2021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054" y="2183027"/>
            <a:ext cx="6555347" cy="2471666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endParaRPr lang="it-IT" sz="2000" dirty="0"/>
          </a:p>
          <a:p>
            <a:pPr marL="0" indent="0">
              <a:lnSpc>
                <a:spcPct val="100000"/>
              </a:lnSpc>
              <a:buNone/>
            </a:pPr>
            <a:r>
              <a:rPr lang="it-IT" sz="1600" b="0" i="0" dirty="0">
                <a:effectLst/>
                <a:latin typeface="Roboto"/>
              </a:rPr>
              <a:t>Il </a:t>
            </a:r>
            <a:r>
              <a:rPr lang="it-IT" sz="1600" dirty="0">
                <a:latin typeface="Roboto"/>
              </a:rPr>
              <a:t>sito </a:t>
            </a:r>
            <a:r>
              <a:rPr lang="it-IT" sz="1600" b="1" i="0" dirty="0">
                <a:effectLst/>
                <a:latin typeface="Roboto"/>
              </a:rPr>
              <a:t>Catania Nuoto</a:t>
            </a:r>
            <a:r>
              <a:rPr lang="it-IT" sz="1600" b="0" i="0" dirty="0">
                <a:effectLst/>
                <a:latin typeface="Roboto"/>
              </a:rPr>
              <a:t> descrive i servizi offerti dal</a:t>
            </a:r>
            <a:r>
              <a:rPr lang="it-IT" sz="1600" dirty="0">
                <a:latin typeface="Roboto"/>
              </a:rPr>
              <a:t>l’omonima catena di centri sportivi natatori situati nella città di Catania.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600" dirty="0">
                <a:latin typeface="Roboto"/>
              </a:rPr>
              <a:t>Si vogliono inoltre promuovere i centri sportivi adattandoli al mondo digitale e fornendo un’area utenti in cui poter prenotare la propria lezione, consultare la propria scheda di allenamenti, lo stato dei pagamenti.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3633" y="1001431"/>
            <a:ext cx="7519504" cy="959891"/>
          </a:xfrm>
        </p:spPr>
        <p:txBody>
          <a:bodyPr anchor="ctr">
            <a:normAutofit fontScale="85000" lnSpcReduction="20000"/>
          </a:bodyPr>
          <a:lstStyle/>
          <a:p>
            <a:r>
              <a:rPr lang="it-IT" sz="2000" dirty="0" err="1"/>
              <a:t>Height</a:t>
            </a:r>
            <a:r>
              <a:rPr lang="it-IT" sz="2000" dirty="0"/>
              <a:t>: 40px</a:t>
            </a:r>
          </a:p>
          <a:p>
            <a:r>
              <a:rPr lang="it-IT" sz="2000" dirty="0" err="1"/>
              <a:t>Padding</a:t>
            </a:r>
            <a:r>
              <a:rPr lang="it-IT" sz="2000" dirty="0"/>
              <a:t>: 20px</a:t>
            </a:r>
          </a:p>
          <a:p>
            <a:r>
              <a:rPr lang="it-IT" sz="2000" dirty="0" err="1"/>
              <a:t>Border</a:t>
            </a:r>
            <a:r>
              <a:rPr lang="it-IT" sz="2000" dirty="0"/>
              <a:t>-bottom: 3px </a:t>
            </a:r>
            <a:r>
              <a:rPr lang="it-IT" sz="2000" dirty="0" err="1"/>
              <a:t>solid</a:t>
            </a:r>
            <a:endParaRPr lang="it-IT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CB58A0B-351A-432E-ABD9-CDF265CB0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43" y="302797"/>
            <a:ext cx="8030684" cy="56811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ECDD990-E347-4D63-B20C-6CDD86CFC882}"/>
              </a:ext>
            </a:extLst>
          </p:cNvPr>
          <p:cNvSpPr txBox="1"/>
          <p:nvPr/>
        </p:nvSpPr>
        <p:spPr>
          <a:xfrm>
            <a:off x="8734462" y="2440918"/>
            <a:ext cx="19676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/>
              <a:t>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/>
              <a:t>Height</a:t>
            </a:r>
            <a:r>
              <a:rPr lang="it-IT" sz="1800" dirty="0"/>
              <a:t>: 80px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Widht</a:t>
            </a:r>
            <a:r>
              <a:rPr lang="it-IT" dirty="0"/>
              <a:t>: 85</a:t>
            </a:r>
            <a:r>
              <a:rPr lang="it-IT" sz="1800" dirty="0"/>
              <a:t>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/>
              <a:t>Le</a:t>
            </a:r>
            <a:r>
              <a:rPr lang="it-IT" dirty="0"/>
              <a:t>ft: 40px</a:t>
            </a:r>
            <a:endParaRPr lang="it-IT" sz="18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BE703A5-D6A4-4CF1-9533-6C307957F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452" y="2440323"/>
            <a:ext cx="1781175" cy="9239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85086B7-9C4C-428D-A113-7CAB00424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768" y="3969952"/>
            <a:ext cx="4212743" cy="358387"/>
          </a:xfrm>
          <a:prstGeom prst="rect">
            <a:avLst/>
          </a:prstGeom>
        </p:spPr>
      </p:pic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8764B5B9-620A-448D-9D5B-4EAC9D57C59B}"/>
              </a:ext>
            </a:extLst>
          </p:cNvPr>
          <p:cNvSpPr/>
          <p:nvPr/>
        </p:nvSpPr>
        <p:spPr>
          <a:xfrm>
            <a:off x="7680914" y="2746220"/>
            <a:ext cx="702365" cy="312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6BD46266-FB79-4E63-A718-7A278CB3CB9F}"/>
              </a:ext>
            </a:extLst>
          </p:cNvPr>
          <p:cNvSpPr/>
          <p:nvPr/>
        </p:nvSpPr>
        <p:spPr>
          <a:xfrm>
            <a:off x="8970820" y="4016210"/>
            <a:ext cx="702365" cy="312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A5197A-D1E8-4006-AC43-D6C627E21E53}"/>
              </a:ext>
            </a:extLst>
          </p:cNvPr>
          <p:cNvSpPr txBox="1"/>
          <p:nvPr/>
        </p:nvSpPr>
        <p:spPr>
          <a:xfrm>
            <a:off x="9947241" y="3849108"/>
            <a:ext cx="1967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/>
              <a:t>#LINK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Right</a:t>
            </a:r>
            <a:r>
              <a:rPr lang="it-IT" dirty="0"/>
              <a:t>: 10px</a:t>
            </a:r>
            <a:endParaRPr lang="it-IT" sz="1800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E211B2DE-AC86-479E-835F-755FE5862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045" y="5239942"/>
            <a:ext cx="1047750" cy="466725"/>
          </a:xfrm>
          <a:prstGeom prst="rect">
            <a:avLst/>
          </a:prstGeom>
        </p:spPr>
      </p:pic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F97AFBBE-7161-4852-8CD9-DE534FD0FE46}"/>
              </a:ext>
            </a:extLst>
          </p:cNvPr>
          <p:cNvSpPr/>
          <p:nvPr/>
        </p:nvSpPr>
        <p:spPr>
          <a:xfrm>
            <a:off x="6796823" y="5317239"/>
            <a:ext cx="702365" cy="312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A3AAF09-A31D-446B-92B2-4839E106ED6B}"/>
              </a:ext>
            </a:extLst>
          </p:cNvPr>
          <p:cNvSpPr txBox="1"/>
          <p:nvPr/>
        </p:nvSpPr>
        <p:spPr>
          <a:xfrm>
            <a:off x="8032096" y="4944988"/>
            <a:ext cx="28716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/>
              <a:t>#LINK a</a:t>
            </a:r>
            <a:endParaRPr lang="it-IT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/>
              <a:t>Padding</a:t>
            </a:r>
            <a:r>
              <a:rPr lang="it-IT" sz="1800" dirty="0"/>
              <a:t>: </a:t>
            </a:r>
            <a:r>
              <a:rPr lang="it-IT" dirty="0"/>
              <a:t>1</a:t>
            </a:r>
            <a:r>
              <a:rPr lang="it-IT" sz="1800" dirty="0"/>
              <a:t>0px 15px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Border</a:t>
            </a:r>
            <a:r>
              <a:rPr lang="it-IT" dirty="0"/>
              <a:t>: 2</a:t>
            </a:r>
            <a:r>
              <a:rPr lang="it-IT" sz="1800" dirty="0"/>
              <a:t>px </a:t>
            </a:r>
            <a:r>
              <a:rPr lang="it-IT" sz="1800" dirty="0" err="1"/>
              <a:t>solid</a:t>
            </a:r>
            <a:endParaRPr lang="it-IT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Border-radius</a:t>
            </a:r>
            <a:r>
              <a:rPr lang="it-IT" dirty="0"/>
              <a:t>: 100px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Margin</a:t>
            </a:r>
            <a:r>
              <a:rPr lang="it-IT" dirty="0"/>
              <a:t>: 10px 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356049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548938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7903F35-83CD-4DE3-A898-BFCD6537A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44" y="88260"/>
            <a:ext cx="7913048" cy="2644215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8B9A0F-0DFB-425E-87DA-D507C9A298C5}"/>
              </a:ext>
            </a:extLst>
          </p:cNvPr>
          <p:cNvSpPr txBox="1">
            <a:spLocks/>
          </p:cNvSpPr>
          <p:nvPr/>
        </p:nvSpPr>
        <p:spPr>
          <a:xfrm>
            <a:off x="4284028" y="3456490"/>
            <a:ext cx="7740280" cy="959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L’</a:t>
            </a:r>
            <a:r>
              <a:rPr lang="it-IT" sz="2000" b="1" dirty="0"/>
              <a:t>&lt;</a:t>
            </a:r>
            <a:r>
              <a:rPr lang="it-IT" sz="2000" b="1" dirty="0" err="1"/>
              <a:t>header</a:t>
            </a:r>
            <a:r>
              <a:rPr lang="it-IT" sz="2000" b="1" dirty="0"/>
              <a:t>&gt; </a:t>
            </a:r>
            <a:r>
              <a:rPr lang="it-IT" sz="2000" dirty="0"/>
              <a:t>ha </a:t>
            </a:r>
            <a:r>
              <a:rPr lang="it-IT" sz="2000" b="1" dirty="0" err="1"/>
              <a:t>height</a:t>
            </a:r>
            <a:r>
              <a:rPr lang="it-IT" sz="2000" b="1" dirty="0"/>
              <a:t>: 400px</a:t>
            </a:r>
            <a:r>
              <a:rPr lang="it-IT" sz="2000" dirty="0"/>
              <a:t>, </a:t>
            </a:r>
            <a:r>
              <a:rPr lang="it-IT" sz="2000" b="1" dirty="0" err="1"/>
              <a:t>margin</a:t>
            </a:r>
            <a:r>
              <a:rPr lang="it-IT" sz="2000" b="1" dirty="0"/>
              <a:t>-bottom: 3px </a:t>
            </a:r>
            <a:r>
              <a:rPr lang="it-IT" sz="2000" b="1" dirty="0" err="1"/>
              <a:t>solid</a:t>
            </a:r>
            <a:r>
              <a:rPr lang="it-IT" sz="2000" b="1" dirty="0"/>
              <a:t> </a:t>
            </a:r>
            <a:r>
              <a:rPr lang="it-IT" sz="2000" dirty="0"/>
              <a:t>ed è formato da &lt;h1&gt; e &lt;p&gt;</a:t>
            </a:r>
          </a:p>
          <a:p>
            <a:r>
              <a:rPr lang="it-IT" sz="2000" dirty="0"/>
              <a:t>L’</a:t>
            </a:r>
            <a:r>
              <a:rPr lang="it-IT" sz="2000" b="1" dirty="0"/>
              <a:t>&lt;h1&gt;</a:t>
            </a:r>
            <a:r>
              <a:rPr lang="it-IT" sz="2000" dirty="0"/>
              <a:t> e il </a:t>
            </a:r>
            <a:r>
              <a:rPr lang="it-IT" sz="2000" b="1" dirty="0"/>
              <a:t>&lt;p&gt;</a:t>
            </a:r>
            <a:r>
              <a:rPr lang="it-IT" sz="2000" dirty="0"/>
              <a:t> hanno </a:t>
            </a:r>
            <a:r>
              <a:rPr lang="it-IT" sz="2000" b="1" dirty="0" err="1"/>
              <a:t>width</a:t>
            </a:r>
            <a:r>
              <a:rPr lang="it-IT" sz="2000" b="1" dirty="0"/>
              <a:t>: 900px</a:t>
            </a:r>
            <a:r>
              <a:rPr lang="it-IT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835749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Parte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34" y="4345873"/>
            <a:ext cx="3482748" cy="58852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2000" dirty="0">
                <a:solidFill>
                  <a:schemeClr val="bg1"/>
                </a:solidFill>
              </a:rPr>
              <a:t>In tutta la sezione </a:t>
            </a:r>
            <a:r>
              <a:rPr lang="it-IT" sz="2000" b="1" dirty="0">
                <a:solidFill>
                  <a:schemeClr val="bg1"/>
                </a:solidFill>
              </a:rPr>
              <a:t>&lt;</a:t>
            </a:r>
            <a:r>
              <a:rPr lang="it-IT" sz="2000" b="1" dirty="0" err="1">
                <a:solidFill>
                  <a:schemeClr val="bg1"/>
                </a:solidFill>
              </a:rPr>
              <a:t>article</a:t>
            </a:r>
            <a:r>
              <a:rPr lang="it-IT" sz="2000" b="1" dirty="0">
                <a:solidFill>
                  <a:schemeClr val="bg1"/>
                </a:solidFill>
              </a:rPr>
              <a:t>&gt; </a:t>
            </a:r>
            <a:r>
              <a:rPr lang="it-IT" sz="2000" dirty="0">
                <a:solidFill>
                  <a:schemeClr val="bg1"/>
                </a:solidFill>
              </a:rPr>
              <a:t>è presente un </a:t>
            </a:r>
            <a:r>
              <a:rPr lang="it-IT" sz="2000" b="1" dirty="0" err="1">
                <a:solidFill>
                  <a:schemeClr val="bg1"/>
                </a:solidFill>
              </a:rPr>
              <a:t>margin</a:t>
            </a:r>
            <a:r>
              <a:rPr lang="it-IT" sz="2000" b="1" dirty="0">
                <a:solidFill>
                  <a:schemeClr val="bg1"/>
                </a:solidFill>
              </a:rPr>
              <a:t>: 30px 120px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0BA34C2-945E-44CB-9699-D21117D80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879" y="674587"/>
            <a:ext cx="8069012" cy="1381721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31F6B24-3524-48F9-8FEB-9C17D165C89F}"/>
              </a:ext>
            </a:extLst>
          </p:cNvPr>
          <p:cNvSpPr txBox="1"/>
          <p:nvPr/>
        </p:nvSpPr>
        <p:spPr>
          <a:xfrm>
            <a:off x="4469428" y="3097640"/>
            <a:ext cx="6168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</a:t>
            </a:r>
            <a:r>
              <a:rPr lang="it-IT" b="1" dirty="0"/>
              <a:t>&lt;div&gt; </a:t>
            </a:r>
            <a:r>
              <a:rPr lang="it-IT" dirty="0"/>
              <a:t>in figura ha </a:t>
            </a:r>
            <a:r>
              <a:rPr lang="it-IT" b="1" dirty="0" err="1"/>
              <a:t>height</a:t>
            </a:r>
            <a:r>
              <a:rPr lang="it-IT" b="1" dirty="0"/>
              <a:t>: 200px</a:t>
            </a:r>
            <a:r>
              <a:rPr lang="it-IT" dirty="0"/>
              <a:t>, </a:t>
            </a:r>
            <a:r>
              <a:rPr lang="it-IT" b="1" dirty="0" err="1"/>
              <a:t>margin</a:t>
            </a:r>
            <a:r>
              <a:rPr lang="it-IT" b="1" dirty="0"/>
              <a:t>-bottom: 20px </a:t>
            </a:r>
            <a:r>
              <a:rPr lang="it-IT" dirty="0"/>
              <a:t>ed è formato da &lt;h1&gt; e &lt;p&gt;.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/>
              <a:t>Il </a:t>
            </a:r>
            <a:r>
              <a:rPr lang="it-IT" sz="1800" b="1" dirty="0"/>
              <a:t>&lt;p&gt;</a:t>
            </a:r>
            <a:r>
              <a:rPr lang="it-IT" sz="1800" dirty="0"/>
              <a:t> ha </a:t>
            </a:r>
            <a:r>
              <a:rPr lang="it-IT" sz="1800" b="1" dirty="0" err="1"/>
              <a:t>margin</a:t>
            </a:r>
            <a:r>
              <a:rPr lang="it-IT" sz="1800" b="1" dirty="0"/>
              <a:t>-top: 10px</a:t>
            </a:r>
            <a:r>
              <a:rPr lang="it-IT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4" y="998614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Parte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41" y="4406391"/>
            <a:ext cx="3768732" cy="10530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>
                <a:solidFill>
                  <a:schemeClr val="bg1"/>
                </a:solidFill>
              </a:rPr>
              <a:t>Due sezioni &lt;</a:t>
            </a:r>
            <a:r>
              <a:rPr lang="it-IT" sz="2000" dirty="0" err="1">
                <a:solidFill>
                  <a:schemeClr val="bg1"/>
                </a:solidFill>
              </a:rPr>
              <a:t>section</a:t>
            </a:r>
            <a:r>
              <a:rPr lang="it-IT" sz="2000" dirty="0">
                <a:solidFill>
                  <a:schemeClr val="bg1"/>
                </a:solidFill>
              </a:rPr>
              <a:t>&gt; di uguali dimensioni e contenuto (accanto si mostra una delle due &lt;</a:t>
            </a:r>
            <a:r>
              <a:rPr lang="it-IT" sz="2000" dirty="0" err="1">
                <a:solidFill>
                  <a:schemeClr val="bg1"/>
                </a:solidFill>
              </a:rPr>
              <a:t>section</a:t>
            </a:r>
            <a:r>
              <a:rPr lang="it-IT" sz="2000" dirty="0">
                <a:solidFill>
                  <a:schemeClr val="bg1"/>
                </a:solidFill>
              </a:rPr>
              <a:t>&gt;)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7B1ACF-7AE4-47DC-8D8B-68AA389D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574" y="106628"/>
            <a:ext cx="8009622" cy="3571562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298E1C2-767A-478B-BB1E-FFAA50CB6B8F}"/>
              </a:ext>
            </a:extLst>
          </p:cNvPr>
          <p:cNvSpPr txBox="1">
            <a:spLocks/>
          </p:cNvSpPr>
          <p:nvPr/>
        </p:nvSpPr>
        <p:spPr>
          <a:xfrm>
            <a:off x="4033214" y="3418860"/>
            <a:ext cx="8068059" cy="2950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Ogni </a:t>
            </a:r>
            <a:r>
              <a:rPr lang="it-IT" sz="2000" b="1" dirty="0"/>
              <a:t>&lt;</a:t>
            </a:r>
            <a:r>
              <a:rPr lang="it-IT" sz="2000" b="1" dirty="0" err="1"/>
              <a:t>section</a:t>
            </a:r>
            <a:r>
              <a:rPr lang="it-IT" sz="2000" b="1" dirty="0"/>
              <a:t>&gt; </a:t>
            </a:r>
            <a:r>
              <a:rPr lang="it-IT" sz="2000" dirty="0"/>
              <a:t>ha </a:t>
            </a:r>
            <a:r>
              <a:rPr lang="it-IT" sz="2000" b="1" dirty="0" err="1"/>
              <a:t>height</a:t>
            </a:r>
            <a:r>
              <a:rPr lang="it-IT" sz="2000" b="1" dirty="0"/>
              <a:t>: </a:t>
            </a:r>
            <a:r>
              <a:rPr lang="it-IT" sz="2000" dirty="0"/>
              <a:t>600px, </a:t>
            </a:r>
            <a:r>
              <a:rPr lang="it-IT" sz="2000" b="1" dirty="0" err="1"/>
              <a:t>margin</a:t>
            </a:r>
            <a:r>
              <a:rPr lang="it-IT" sz="2000" b="1" dirty="0"/>
              <a:t>-bottom: 5px </a:t>
            </a:r>
            <a:r>
              <a:rPr lang="it-IT" sz="2000" dirty="0"/>
              <a:t>ed è formata da due div.</a:t>
            </a:r>
          </a:p>
          <a:p>
            <a:r>
              <a:rPr lang="it-IT" sz="2000" dirty="0"/>
              <a:t>Ogni </a:t>
            </a:r>
            <a:r>
              <a:rPr lang="it-IT" sz="2000" b="1" dirty="0"/>
              <a:t>&lt;div&gt;</a:t>
            </a:r>
            <a:r>
              <a:rPr lang="it-IT" sz="2000" dirty="0"/>
              <a:t> ha </a:t>
            </a:r>
            <a:r>
              <a:rPr lang="it-IT" sz="2000" b="1" dirty="0" err="1"/>
              <a:t>widht</a:t>
            </a:r>
            <a:r>
              <a:rPr lang="it-IT" sz="2000" b="1" dirty="0"/>
              <a:t>: 48% </a:t>
            </a:r>
            <a:r>
              <a:rPr lang="it-IT" sz="2000" dirty="0"/>
              <a:t>della </a:t>
            </a:r>
            <a:r>
              <a:rPr lang="it-IT" sz="2000" dirty="0" err="1"/>
              <a:t>section</a:t>
            </a:r>
            <a:r>
              <a:rPr lang="it-IT" sz="2000" dirty="0"/>
              <a:t> ed è formato da &lt;h1&gt;, &lt;</a:t>
            </a:r>
            <a:r>
              <a:rPr lang="it-IT" sz="2000" dirty="0" err="1"/>
              <a:t>img</a:t>
            </a:r>
            <a:r>
              <a:rPr lang="it-IT" sz="2000" dirty="0"/>
              <a:t>&gt; ed &lt;p&gt;.</a:t>
            </a:r>
          </a:p>
          <a:p>
            <a:r>
              <a:rPr lang="it-IT" sz="2000" dirty="0"/>
              <a:t>Ogni </a:t>
            </a:r>
            <a:r>
              <a:rPr lang="it-IT" sz="2000" b="1" dirty="0"/>
              <a:t>&lt;</a:t>
            </a:r>
            <a:r>
              <a:rPr lang="it-IT" sz="2000" b="1" dirty="0" err="1"/>
              <a:t>img</a:t>
            </a:r>
            <a:r>
              <a:rPr lang="it-IT" sz="2000" b="1" dirty="0"/>
              <a:t>&gt;</a:t>
            </a:r>
            <a:r>
              <a:rPr lang="it-IT" sz="2000" dirty="0"/>
              <a:t> ha </a:t>
            </a:r>
            <a:r>
              <a:rPr lang="it-IT" sz="2000" b="1" dirty="0" err="1"/>
              <a:t>height</a:t>
            </a:r>
            <a:r>
              <a:rPr lang="it-IT" sz="2000" b="1" dirty="0"/>
              <a:t>: 60% </a:t>
            </a:r>
            <a:r>
              <a:rPr lang="it-IT" sz="2000" dirty="0"/>
              <a:t>del &lt;div&gt;.</a:t>
            </a:r>
          </a:p>
          <a:p>
            <a:r>
              <a:rPr lang="it-IT" sz="2000" dirty="0"/>
              <a:t>Ogni </a:t>
            </a:r>
            <a:r>
              <a:rPr lang="it-IT" sz="2000" b="1" dirty="0"/>
              <a:t>&lt;p&gt;</a:t>
            </a:r>
            <a:r>
              <a:rPr lang="it-IT" sz="2000" dirty="0"/>
              <a:t> ha </a:t>
            </a:r>
            <a:r>
              <a:rPr lang="it-IT" sz="2000" b="1" dirty="0" err="1"/>
              <a:t>height</a:t>
            </a:r>
            <a:r>
              <a:rPr lang="it-IT" sz="2000" b="1" dirty="0"/>
              <a:t>: 25% </a:t>
            </a:r>
            <a:r>
              <a:rPr lang="it-IT" sz="2000" dirty="0"/>
              <a:t>del &lt;div&gt;.</a:t>
            </a:r>
          </a:p>
        </p:txBody>
      </p:sp>
    </p:spTree>
    <p:extLst>
      <p:ext uri="{BB962C8B-B14F-4D97-AF65-F5344CB8AC3E}">
        <p14:creationId xmlns:p14="http://schemas.microsoft.com/office/powerpoint/2010/main" val="1281166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Footer</a:t>
            </a:r>
            <a:endParaRPr lang="it-IT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3633" y="1001431"/>
            <a:ext cx="7519504" cy="959891"/>
          </a:xfrm>
        </p:spPr>
        <p:txBody>
          <a:bodyPr anchor="ctr">
            <a:normAutofit/>
          </a:bodyPr>
          <a:lstStyle/>
          <a:p>
            <a:r>
              <a:rPr lang="it-IT" sz="2000" dirty="0" err="1"/>
              <a:t>Height</a:t>
            </a:r>
            <a:r>
              <a:rPr lang="it-IT" sz="2000" dirty="0"/>
              <a:t>: 120px</a:t>
            </a:r>
          </a:p>
          <a:p>
            <a:r>
              <a:rPr lang="it-IT" sz="2000" dirty="0" err="1"/>
              <a:t>Border</a:t>
            </a:r>
            <a:r>
              <a:rPr lang="it-IT" sz="2000" dirty="0"/>
              <a:t>-top: 3px </a:t>
            </a:r>
            <a:r>
              <a:rPr lang="it-IT" sz="2000" dirty="0" err="1"/>
              <a:t>solid</a:t>
            </a:r>
            <a:endParaRPr lang="it-IT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ECDD990-E347-4D63-B20C-6CDD86CFC882}"/>
              </a:ext>
            </a:extLst>
          </p:cNvPr>
          <p:cNvSpPr txBox="1"/>
          <p:nvPr/>
        </p:nvSpPr>
        <p:spPr>
          <a:xfrm>
            <a:off x="8734462" y="2440918"/>
            <a:ext cx="1967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 err="1"/>
              <a:t>img</a:t>
            </a:r>
            <a:endParaRPr lang="it-IT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/>
              <a:t>Height</a:t>
            </a:r>
            <a:r>
              <a:rPr lang="it-IT" sz="1800" dirty="0"/>
              <a:t>: 80px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Widht</a:t>
            </a:r>
            <a:r>
              <a:rPr lang="it-IT" dirty="0"/>
              <a:t>: 85</a:t>
            </a:r>
            <a:r>
              <a:rPr lang="it-IT" sz="1800" dirty="0"/>
              <a:t>px</a:t>
            </a:r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8764B5B9-620A-448D-9D5B-4EAC9D57C59B}"/>
              </a:ext>
            </a:extLst>
          </p:cNvPr>
          <p:cNvSpPr/>
          <p:nvPr/>
        </p:nvSpPr>
        <p:spPr>
          <a:xfrm>
            <a:off x="7680914" y="2746220"/>
            <a:ext cx="702365" cy="312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6BD46266-FB79-4E63-A718-7A278CB3CB9F}"/>
              </a:ext>
            </a:extLst>
          </p:cNvPr>
          <p:cNvSpPr/>
          <p:nvPr/>
        </p:nvSpPr>
        <p:spPr>
          <a:xfrm>
            <a:off x="8526604" y="4016208"/>
            <a:ext cx="702365" cy="312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A5197A-D1E8-4006-AC43-D6C627E21E53}"/>
              </a:ext>
            </a:extLst>
          </p:cNvPr>
          <p:cNvSpPr txBox="1"/>
          <p:nvPr/>
        </p:nvSpPr>
        <p:spPr>
          <a:xfrm>
            <a:off x="9562573" y="3842544"/>
            <a:ext cx="23105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/>
              <a:t>div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Formato da tre &lt;p&gt;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/>
              <a:t>Ogni </a:t>
            </a:r>
            <a:r>
              <a:rPr lang="it-IT" sz="1800" b="1" dirty="0"/>
              <a:t>&lt;p&gt;</a:t>
            </a:r>
            <a:r>
              <a:rPr lang="it-IT" sz="1800" dirty="0"/>
              <a:t> ha </a:t>
            </a:r>
            <a:r>
              <a:rPr lang="it-IT" sz="1800" b="1" dirty="0" err="1"/>
              <a:t>margin</a:t>
            </a:r>
            <a:r>
              <a:rPr lang="it-IT" sz="1800" b="1" dirty="0"/>
              <a:t>: 15px 0px </a:t>
            </a:r>
            <a:r>
              <a:rPr lang="it-IT" sz="1800" dirty="0"/>
              <a:t>(default)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5420FA8-78F7-4E5A-AD55-92D7DEB7C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810" y="165410"/>
            <a:ext cx="7948408" cy="73007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E9E0280-F2E2-4D55-8208-2D50D1198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154" y="2568927"/>
            <a:ext cx="1485900" cy="657225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2207B8FD-6AF0-434D-BA1E-603D897D1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48" y="3672359"/>
            <a:ext cx="33718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5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329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Office Theme</vt:lpstr>
      <vt:lpstr>MHW1</vt:lpstr>
      <vt:lpstr>Descrizione del progetto</vt:lpstr>
      <vt:lpstr>Menù navigazione</vt:lpstr>
      <vt:lpstr>Header</vt:lpstr>
      <vt:lpstr>Sezione contenuti Parte 1</vt:lpstr>
      <vt:lpstr>Sezione contenuti Parte 2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federico</cp:lastModifiedBy>
  <cp:revision>14</cp:revision>
  <dcterms:created xsi:type="dcterms:W3CDTF">2021-03-24T16:57:46Z</dcterms:created>
  <dcterms:modified xsi:type="dcterms:W3CDTF">2021-03-27T18:16:20Z</dcterms:modified>
</cp:coreProperties>
</file>